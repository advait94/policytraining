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38C463-1566-4B62-D16F-A21B0D5969C9}" v="142" dt="2026-05-14T14:30:51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E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651760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AA PLUS POLICY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Learner How-To Guide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146304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Everything you need to complete your compliance training with confidence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3276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training.aaplus.app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What's Inside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120640" cy="1481913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1554480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2775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54533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Getting Started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92938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First login &amp; password setup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Understanding your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120640" cy="1481913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1554480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2775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54533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Completing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192938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Starting a module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Navigating slides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Taking &amp; passing the quiz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30915"/>
            <a:ext cx="5120640" cy="149107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4360" y="3668075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741349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658931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Your Certificates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042979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View &amp; print certificates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Share on LinkedIn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530915"/>
            <a:ext cx="5120640" cy="149107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46520" y="3622294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6955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361315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Deadlines &amp; Recertification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997198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Understanding deadlines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Overdue warnings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Annual renewal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9233C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Getting Started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8229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Log in for the first time and find your way around the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AA Plus Policy Training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41413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Log In for the
First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37761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Check your email for an invitation from AA Plus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Subject: 'You've been invited to AA Plus Policy Training'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79593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the Set Up Your Account link in the email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link is valid for 7 days — contact your admin if it has expired.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21425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You are taken to the password creation page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6325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Enter a strong password and confirm it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Minimum 8 characters — mix letters, numbers, and symbols.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405089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Save Password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You are logged in automatically and taken to your training dashboard.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Bookmark training.aaplus.app for quick access in future.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41413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Navigate Your
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2776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large ring shows your overall completion %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It fills as you complete each assigned module.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695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Module cards list all your assigned training topics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Each card shows the policy name, status, and deadline.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1142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Status labels: Not Started / In Progress / Completed ✓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5326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 red banner appears if any module is overdue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Complete overdue modules as soon as possible.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9509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any module card to start or resume training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Your progress is saved — you can always pick up where you left off.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Your dashboard updates in real time as you complete each module.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20116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9233C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Completing
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8229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Work through training slides and pass the assessment quiz to earn your certificate.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AA Plus Policy Training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41413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Start a 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27763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From your dashboard, click on a module card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69595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Read the module overview and learning objectives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This gives you a preview of what the training covers.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1142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Start Training to begin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53259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Your progress is saved automatically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You can close the browser at any time and resume later.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95091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module reopens exactly where you left off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Look for the Continue button on the dashboard card.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Read every slide carefully — quiz questions are drawn from the content.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31416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Navigate Training
Slides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1776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Next → to advance through slides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5959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← Back to review a previous slide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You can revisit slides as many times as needed.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01431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progress bar at the top shows how far you've come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E.g. Slide 6 of 14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43263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Some slides have interactive elements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Read them carefully before proceeding — they reinforce key points.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8509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After the last slide, the quiz becomes available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Click Take Quiz to start the assessment.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There is no time limit on slides — take your time to read thoroughly.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81401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Take the Quiz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2776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After the last slide, click Take Quiz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695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Answer all 10 multiple-choice questions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Only one answer is correct per question — choose carefully.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1142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You need 70% (7 out of 10) to pass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5326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Questions are randomly selected from a larger question bank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Each attempt presents a different set of questions.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9509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Your score is shown immediately after submission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Pass: your certificate is generated automatically.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Re-read the slides if you're unsure — there is no penalty for reviewing.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71404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Retake the Quiz
(If You Don't Pass)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1065929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112761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449977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047641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If your score is below 70%, click Retake Quiz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2007761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206945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2391809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989473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 new randomised set of 10 questions is generated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question bank has more than 10 questions, so expect variety.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949593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301128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3333641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931305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Review the module slides before retrying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Focus on topics where you felt less confident.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3893531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3955220"/>
            <a:ext cx="384048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4</a:t>
            </a:r>
            <a:endParaRPr lang="en-US" sz="1200" b="1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3440" y="3875243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Once you pass, your certificate is issued immediately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It appears on your dashboard and in the certificate view.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Most learners pass within 1–2 attempts after reviewing the slides.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20116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9233C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Your Certificates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82296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View, print, and share your proof of completion.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AA Plus Policy Training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01425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View Your Certificate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1776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After passing the quiz, your certificate is generated automatically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5959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View Certificate on the result screen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Or find it via your dashboard — click the module card then View Certificate.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01431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certificate shows your name, module, score, and date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Your organisation's logo appears in the top corner.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43263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Certificates are valid for 12 months from the date of issue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expiry date is shown at the bottom of the certificate.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8509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All your certificates are stored in your dashboard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Access them any time — they never disappear from your account.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If your name appears incorrectly, contact your admin to update your profile.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01425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Print Your Certificate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37761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Open your certificate (from dashboard or result screen)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79593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the Print button in the top-right corner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21425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browser print dialog opens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6325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Select your printer, or choose Save as PDF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Saving as PDF lets you email or archive it.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405089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certificate is formatted for A4 / Letter paper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Choose portrait orientation for the best result.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Use 'Save as PDF' to keep a digital copy without printing.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01425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Share on LinkedIn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2776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Open your certificate page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695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the Share on LinkedIn button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1142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 LinkedIn post is pre-filled with your certification details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Module name, score, and organisation are included automatically.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5326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Customise the post caption if you wish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9509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Post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Your network can see your compliance achievement!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You may need to log in to LinkedIn if you are not already signed 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201168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9233C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  <a:latin typeface="Calibri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Deadlines &amp;
Recertification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82296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Stay on top of due dates and renew your certifications every 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AA Plus Policy Training Platform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11422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Understanding
Module Deadlines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4775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Deadlines are set by your organisation's admin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8959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Your dashboard shows the due date on each module card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E.g. 'Due: 30 June 2026'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3142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 countdown appears as the deadline approaches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You'll see warnings like '5 days remaining'.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7325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Complete the module before the deadline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No further action is needed once you've passed the quiz.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41508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If you need more time, contact your manager or admin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Only admins can extend deadlines.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Start modules early — quizzes may require a couple of attempts.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21419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Overdue Warnings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1776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If a module is past its deadline, a red Overdue banner appears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banner is shown at the top of your dashboard.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5959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overdue module card is highlighted with a warning border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01431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Complete the overdue module as soon as possible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Your compliance status remains incomplete until you pass.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43263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Contact your manager or admin if you need an extension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Admins can adjust the deadline from their dashboard.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8509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Your compliance status updates instantly once you pass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overdue warning disappears and your completion % increases.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Overdue status is visible to your manager — act quickly.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01425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Recertification —
Annual Renewal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37761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Certificates are valid for 12 months from completion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79593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30 days before expiry, a warning appears on your dashboard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module card shows 'Expiring Soon'.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21425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Recertify on the module card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6325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Complete the training slides and quiz again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content may be updated — read it carefully even if familiar.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405089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Pass the quiz to receive a new certificate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new certificate resets your 12-month validity period.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Recertification keeps your compliance record continuous — don't let it lapse.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You're Ready to Learn!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417320"/>
            <a:ext cx="2130552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474720" cy="19202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47472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D3EE"/>
                </a:solidFill>
                <a:latin typeface="Calibri"/>
              </a:rP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First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Check your invitation email, set your password, and log 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3474720" cy="19202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347472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D3EE"/>
                </a:solidFill>
                <a:latin typeface="Calibri"/>
              </a:rPr>
              <a:t>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Complete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Read every slide, then take the quiz. 70% to pass. Unlimited retakes.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691640"/>
            <a:ext cx="3474720" cy="19202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84464" y="1691640"/>
            <a:ext cx="347472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D3EE"/>
                </a:solidFill>
                <a:latin typeface="Calibri"/>
              </a:rPr>
              <a:t>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Certificates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Issued automatically on passing. Valid for 12 months.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3474720" cy="19202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347472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D3EE"/>
                </a:solidFill>
                <a:latin typeface="Calibri"/>
              </a:rPr>
              <a:t>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Share on 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Celebrate your achievement with your professional network.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3794760"/>
            <a:ext cx="3474720" cy="19202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70832" y="3794760"/>
            <a:ext cx="347472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D3EE"/>
                </a:solidFill>
                <a:latin typeface="Calibri"/>
              </a:rPr>
              <a:t>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Watch Deadlines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Complete modules before the due date shown on your dashboard.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84464" y="3794760"/>
            <a:ext cx="3474720" cy="19202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84464" y="3794760"/>
            <a:ext cx="347472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67344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D3EE"/>
                </a:solidFill>
                <a:latin typeface="Calibri"/>
              </a:rPr>
              <a:t>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Recertify Annually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Renew each certificate within 30 days of the expiry warning.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0" y="6327648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Questions? Contact your organisation's admin or visit training.aaplus.app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37</cp:revision>
  <dcterms:created xsi:type="dcterms:W3CDTF">2013-01-27T09:14:16Z</dcterms:created>
  <dcterms:modified xsi:type="dcterms:W3CDTF">2026-05-14T14:30:55Z</dcterms:modified>
  <cp:category/>
</cp:coreProperties>
</file>